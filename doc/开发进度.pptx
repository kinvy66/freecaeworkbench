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337A5-2E3A-966D-0CE8-271D38B5E0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08EDAE7-262A-BAA5-3D8D-CF59EBE63D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6139D1-BF87-CC0B-A5AB-E5656DC3F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1B662-7041-47BC-8FB0-22DE2B3507AE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D52FE2-068D-FAA1-8C66-6ABADDD42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B74165-791F-377D-1834-BC8D9E743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AC634-B648-4BBB-BB0A-1582C575EE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4585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C522DB-18E3-E6B9-855C-2A0D120CD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994658-446B-5A71-057E-B5C1232F6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65C4BE-3F50-1A49-52E4-247FDEA43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1B662-7041-47BC-8FB0-22DE2B3507AE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B4DCFF-AF18-AADB-4485-5D367423D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21FB7D-4B29-C979-C584-950E565C5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AC634-B648-4BBB-BB0A-1582C575EE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0467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195EF5-7886-552B-FA60-E29159F4F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24EB89-A8BA-3632-7918-58B233210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50BE03-2338-2749-4CB9-9711F4BAF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1B662-7041-47BC-8FB0-22DE2B3507AE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AA07FF-EDD5-158D-B1F0-87C8F7F7D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235AAE-A784-D7BD-9719-94D45D841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AC634-B648-4BBB-BB0A-1582C575EE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909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FF913F-DA89-E494-802F-F7EC4443F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E6B478-4CDE-951B-DB1A-3E9428904C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EBEB1CB-9124-AD3C-28BA-524DBB9AA6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5C3277-3181-9524-4D28-7C142A229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1B662-7041-47BC-8FB0-22DE2B3507AE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FEE1F0B-9333-1085-9897-7F45B19E5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D72FE50-4CAE-58D3-0709-226D14E8A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AC634-B648-4BBB-BB0A-1582C575EE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2809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DCAA12-D555-8616-A845-1EB6CD878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3AC96D-622B-EDD4-12AA-4A7A08999E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6BF579-2C5E-985C-D832-BF13508165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FD61395-4DC3-9D05-3467-05A104A16A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5D39A66-3624-059F-DB79-51042B9850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2510102-C0E0-27ED-18CC-995716FDC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1B662-7041-47BC-8FB0-22DE2B3507AE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668CEF-B55E-79BA-ABAA-56936AADE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4D50C0F-0D79-7D1A-068A-2D119B797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AC634-B648-4BBB-BB0A-1582C575EE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693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F14E78-363D-0791-FF37-F41E0842A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D4B51FF-7388-2ED1-80C9-008D5FEFF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1B662-7041-47BC-8FB0-22DE2B3507AE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00BF57F-E97C-95D2-9DCE-ED7379C13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5862B5B-FF7B-0E1A-40B2-026FE6AA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AC634-B648-4BBB-BB0A-1582C575EE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3521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5B88B94-6C1B-0A50-5072-BB869CB3C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1B662-7041-47BC-8FB0-22DE2B3507AE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A41655-77BC-1C08-DB49-EB86951B6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7C85BA-77AF-654F-B61C-ADFD91CC3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AC634-B648-4BBB-BB0A-1582C575EE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2753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C99468-FA8D-81CF-57D0-A60463465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8289F5-1A75-A426-060C-77D4EF2B2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454CBEB-11D2-157D-03B5-8E5DF6EB24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1C7470D-107F-B25B-15FF-3BFA9A51E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1B662-7041-47BC-8FB0-22DE2B3507AE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AEAE38C-EECA-A4BA-8C4D-D7763E139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F384724-0CFE-1959-D366-52656946D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AC634-B648-4BBB-BB0A-1582C575EE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060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D333B5-76C1-137D-1697-1FCC4B996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1D3AA7B-5F4E-0D69-AFF4-580C44ADC7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5F3CB07-B542-359B-F2CE-86BA070339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421734-F436-B0B1-94D3-FFA17DF76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1B662-7041-47BC-8FB0-22DE2B3507AE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6C29A14-2C6B-B6E6-387C-7EAA8C501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D409C0-6472-49F3-611F-F922AEE3E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AC634-B648-4BBB-BB0A-1582C575EE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0868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DD0C96-2D9B-2BE3-5455-50CE275DE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BE33683-5043-2947-B598-EE9FF0A6D9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71D063-2CE9-252A-8CAA-7AD4DF581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1B662-7041-47BC-8FB0-22DE2B3507AE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0B1CA1-983F-3497-7710-8B474A998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190FF0-5067-E8AB-A52F-D3ADD5CE3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AC634-B648-4BBB-BB0A-1582C575EE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1514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5A49DD7-117C-31F0-19D8-5FA402A76A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92AD31C-38B2-4B3D-3141-7F61AEAECD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60C40D-4A34-E3C9-A2A6-2A8D842B4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1B662-7041-47BC-8FB0-22DE2B3507AE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E0E75A-DD54-41DC-8BF4-16D65D429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327042-A283-B93E-AC75-F9B17106E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AC634-B648-4BBB-BB0A-1582C575EE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9767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A8DEB93-453A-6D89-2A37-6FC7ECC32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E881D4-1D6D-F746-1673-C89615426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92B950-D72A-0A5C-C0B1-62E00CD6D3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A1B662-7041-47BC-8FB0-22DE2B3507AE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48ABE7-17A1-1FEE-992E-3BB7660F21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6E5141-F9FD-DC95-EFFE-5699C522B5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AC634-B648-4BBB-BB0A-1582C575EE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464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D7A7B9-ADD5-CE03-BABE-C1986E8EBE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9506" y="2483222"/>
            <a:ext cx="9144000" cy="1143281"/>
          </a:xfrm>
        </p:spPr>
        <p:txBody>
          <a:bodyPr/>
          <a:lstStyle/>
          <a:p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FreeCAE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开发进度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DE8534D-6F00-778B-657E-87B740BD2AAE}"/>
              </a:ext>
            </a:extLst>
          </p:cNvPr>
          <p:cNvSpPr txBox="1"/>
          <p:nvPr/>
        </p:nvSpPr>
        <p:spPr>
          <a:xfrm>
            <a:off x="3092823" y="5821652"/>
            <a:ext cx="2658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Email: Kinvy66@163.com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1C98A58-210B-0FB0-ABAB-959883AEA0BE}"/>
              </a:ext>
            </a:extLst>
          </p:cNvPr>
          <p:cNvSpPr txBox="1"/>
          <p:nvPr/>
        </p:nvSpPr>
        <p:spPr>
          <a:xfrm>
            <a:off x="3092823" y="5326814"/>
            <a:ext cx="5492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dirty="0"/>
              <a:t>Code:  https://github.com/Kinvy66/freecaeworkbench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69404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F3D8280-9710-4994-2B6D-BC810217088A}"/>
              </a:ext>
            </a:extLst>
          </p:cNvPr>
          <p:cNvSpPr txBox="1"/>
          <p:nvPr/>
        </p:nvSpPr>
        <p:spPr>
          <a:xfrm>
            <a:off x="0" y="116541"/>
            <a:ext cx="35237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Week1——2025.10.27-11.02</a:t>
            </a:r>
            <a:endParaRPr lang="zh-CN" altLang="en-US" sz="2000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91C78B4-A60D-8450-F46E-D5EEFE519204}"/>
              </a:ext>
            </a:extLst>
          </p:cNvPr>
          <p:cNvSpPr txBox="1"/>
          <p:nvPr/>
        </p:nvSpPr>
        <p:spPr>
          <a:xfrm>
            <a:off x="959224" y="1809760"/>
            <a:ext cx="5416868" cy="16775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dirty="0"/>
              <a:t>搭建环境，包括第三方库编译，</a:t>
            </a:r>
            <a:r>
              <a:rPr lang="en-US" altLang="zh-CN" dirty="0" err="1"/>
              <a:t>Cmake</a:t>
            </a:r>
            <a:r>
              <a:rPr lang="zh-CN" altLang="en-US" dirty="0"/>
              <a:t>工程配置</a:t>
            </a:r>
            <a:r>
              <a:rPr lang="en-US" altLang="zh-CN" dirty="0"/>
              <a:t>;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dirty="0"/>
              <a:t>完成</a:t>
            </a:r>
            <a:r>
              <a:rPr lang="en-US" altLang="zh-CN" dirty="0"/>
              <a:t>UI</a:t>
            </a:r>
            <a:r>
              <a:rPr lang="zh-CN" altLang="en-US" dirty="0"/>
              <a:t>布局，</a:t>
            </a:r>
            <a:r>
              <a:rPr lang="en-US" altLang="zh-CN" dirty="0"/>
              <a:t>Ribbon</a:t>
            </a:r>
            <a:r>
              <a:rPr lang="zh-CN" altLang="en-US" dirty="0"/>
              <a:t>区域</a:t>
            </a:r>
            <a:r>
              <a:rPr lang="en-US" altLang="zh-CN" dirty="0"/>
              <a:t>Action</a:t>
            </a:r>
            <a:r>
              <a:rPr lang="zh-CN" altLang="en-US" dirty="0"/>
              <a:t>的添加；</a:t>
            </a:r>
            <a:endParaRPr lang="en-US" altLang="zh-CN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zh-CN" dirty="0"/>
              <a:t>Docking </a:t>
            </a:r>
            <a:r>
              <a:rPr lang="zh-CN" altLang="en-US" dirty="0"/>
              <a:t>区域的布局。</a:t>
            </a:r>
          </a:p>
        </p:txBody>
      </p:sp>
    </p:spTree>
    <p:extLst>
      <p:ext uri="{BB962C8B-B14F-4D97-AF65-F5344CB8AC3E}">
        <p14:creationId xmlns:p14="http://schemas.microsoft.com/office/powerpoint/2010/main" val="2504145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F3D8280-9710-4994-2B6D-BC810217088A}"/>
              </a:ext>
            </a:extLst>
          </p:cNvPr>
          <p:cNvSpPr txBox="1"/>
          <p:nvPr/>
        </p:nvSpPr>
        <p:spPr>
          <a:xfrm>
            <a:off x="0" y="116541"/>
            <a:ext cx="35237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Week2——2025.11.03-11.09</a:t>
            </a:r>
            <a:endParaRPr lang="zh-CN" altLang="en-US" sz="2000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91C78B4-A60D-8450-F46E-D5EEFE519204}"/>
              </a:ext>
            </a:extLst>
          </p:cNvPr>
          <p:cNvSpPr txBox="1"/>
          <p:nvPr/>
        </p:nvSpPr>
        <p:spPr>
          <a:xfrm>
            <a:off x="860613" y="1406349"/>
            <a:ext cx="4344459" cy="22315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dirty="0"/>
              <a:t>学习</a:t>
            </a:r>
            <a:r>
              <a:rPr lang="en-US" altLang="zh-CN" dirty="0"/>
              <a:t>VTK</a:t>
            </a:r>
            <a:r>
              <a:rPr lang="zh-CN" altLang="en-US" dirty="0"/>
              <a:t>和</a:t>
            </a:r>
            <a:r>
              <a:rPr lang="en-US" altLang="zh-CN" dirty="0"/>
              <a:t>OCCT;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dirty="0"/>
              <a:t>完成界面图标添加；</a:t>
            </a:r>
            <a:endParaRPr lang="en-US" altLang="zh-CN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zh-CN" dirty="0"/>
              <a:t>VTK </a:t>
            </a:r>
            <a:r>
              <a:rPr lang="zh-CN" altLang="en-US" dirty="0"/>
              <a:t>和</a:t>
            </a:r>
            <a:r>
              <a:rPr lang="en-US" altLang="zh-CN" dirty="0"/>
              <a:t>OCCT </a:t>
            </a:r>
            <a:r>
              <a:rPr lang="zh-CN" altLang="en-US" dirty="0"/>
              <a:t>第三方库的</a:t>
            </a:r>
            <a:r>
              <a:rPr lang="en-US" altLang="zh-CN" dirty="0" err="1"/>
              <a:t>cmake</a:t>
            </a:r>
            <a:r>
              <a:rPr lang="zh-CN" altLang="en-US" dirty="0"/>
              <a:t>调试；</a:t>
            </a:r>
            <a:endParaRPr lang="en-US" altLang="zh-CN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zh-CN" dirty="0"/>
              <a:t>Docking </a:t>
            </a:r>
            <a:r>
              <a:rPr lang="zh-CN" altLang="en-US" dirty="0"/>
              <a:t>区域的布局。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ED8D6B7-6E98-7DA4-88A1-E58CE889C6A3}"/>
              </a:ext>
            </a:extLst>
          </p:cNvPr>
          <p:cNvSpPr txBox="1"/>
          <p:nvPr/>
        </p:nvSpPr>
        <p:spPr>
          <a:xfrm>
            <a:off x="7924800" y="132925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参考学习资料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AE0266A-626D-4FEC-129A-A49815607C45}"/>
              </a:ext>
            </a:extLst>
          </p:cNvPr>
          <p:cNvSpPr txBox="1"/>
          <p:nvPr/>
        </p:nvSpPr>
        <p:spPr>
          <a:xfrm>
            <a:off x="7315200" y="2146827"/>
            <a:ext cx="3523129" cy="1296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dirty="0" err="1"/>
              <a:t>DAWorkBench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dirty="0" err="1"/>
              <a:t>FastCAE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dirty="0"/>
              <a:t> </a:t>
            </a:r>
            <a:r>
              <a:rPr lang="en-US" altLang="zh-CN" dirty="0" err="1"/>
              <a:t>OpenLaser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65358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F3D8280-9710-4994-2B6D-BC810217088A}"/>
              </a:ext>
            </a:extLst>
          </p:cNvPr>
          <p:cNvSpPr txBox="1"/>
          <p:nvPr/>
        </p:nvSpPr>
        <p:spPr>
          <a:xfrm>
            <a:off x="0" y="116541"/>
            <a:ext cx="35237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Week3——2025.11.10-11.16</a:t>
            </a:r>
            <a:endParaRPr lang="zh-CN" altLang="en-US" sz="2000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91C78B4-A60D-8450-F46E-D5EEFE519204}"/>
              </a:ext>
            </a:extLst>
          </p:cNvPr>
          <p:cNvSpPr txBox="1"/>
          <p:nvPr/>
        </p:nvSpPr>
        <p:spPr>
          <a:xfrm>
            <a:off x="860613" y="1899408"/>
            <a:ext cx="3433953" cy="5695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dirty="0"/>
              <a:t>添加树形工程结构</a:t>
            </a:r>
            <a:r>
              <a:rPr lang="en-US" altLang="zh-CN" dirty="0"/>
              <a:t>(</a:t>
            </a:r>
            <a:r>
              <a:rPr lang="zh-CN" altLang="en-US" dirty="0"/>
              <a:t>未完成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5DA3944-C6D0-B472-951A-B09A7130D235}"/>
              </a:ext>
            </a:extLst>
          </p:cNvPr>
          <p:cNvSpPr txBox="1"/>
          <p:nvPr/>
        </p:nvSpPr>
        <p:spPr>
          <a:xfrm>
            <a:off x="3191434" y="5952564"/>
            <a:ext cx="64939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Shit It Until You Make It 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9270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F3D8280-9710-4994-2B6D-BC810217088A}"/>
              </a:ext>
            </a:extLst>
          </p:cNvPr>
          <p:cNvSpPr txBox="1"/>
          <p:nvPr/>
        </p:nvSpPr>
        <p:spPr>
          <a:xfrm>
            <a:off x="0" y="116541"/>
            <a:ext cx="35237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Week4——2025.11.17-11.23</a:t>
            </a:r>
            <a:endParaRPr lang="zh-CN" altLang="en-US" sz="2000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91C78B4-A60D-8450-F46E-D5EEFE519204}"/>
              </a:ext>
            </a:extLst>
          </p:cNvPr>
          <p:cNvSpPr txBox="1"/>
          <p:nvPr/>
        </p:nvSpPr>
        <p:spPr>
          <a:xfrm>
            <a:off x="1075765" y="2141455"/>
            <a:ext cx="3792069" cy="1123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dirty="0"/>
              <a:t>树形菜单完成；</a:t>
            </a:r>
            <a:endParaRPr lang="en-US" altLang="zh-CN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dirty="0"/>
              <a:t>参数驱动的模型构建（</a:t>
            </a:r>
            <a:r>
              <a:rPr lang="en-US" altLang="zh-CN" dirty="0"/>
              <a:t>90%</a:t>
            </a:r>
            <a:r>
              <a:rPr lang="zh-CN" altLang="en-US" dirty="0"/>
              <a:t>）。</a:t>
            </a:r>
          </a:p>
        </p:txBody>
      </p:sp>
    </p:spTree>
    <p:extLst>
      <p:ext uri="{BB962C8B-B14F-4D97-AF65-F5344CB8AC3E}">
        <p14:creationId xmlns:p14="http://schemas.microsoft.com/office/powerpoint/2010/main" val="245645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4058</TotalTime>
  <Words>120</Words>
  <Application>Microsoft Office PowerPoint</Application>
  <PresentationFormat>宽屏</PresentationFormat>
  <Paragraphs>22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等线</vt:lpstr>
      <vt:lpstr>等线 Light</vt:lpstr>
      <vt:lpstr>微软雅黑</vt:lpstr>
      <vt:lpstr>Arial</vt:lpstr>
      <vt:lpstr>Office 主题​​</vt:lpstr>
      <vt:lpstr>FreeCAE 开发进度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Kinvy</dc:creator>
  <cp:lastModifiedBy>Kinvy</cp:lastModifiedBy>
  <cp:revision>43</cp:revision>
  <dcterms:created xsi:type="dcterms:W3CDTF">2025-11-03T20:37:35Z</dcterms:created>
  <dcterms:modified xsi:type="dcterms:W3CDTF">2025-11-23T13:40:35Z</dcterms:modified>
</cp:coreProperties>
</file>