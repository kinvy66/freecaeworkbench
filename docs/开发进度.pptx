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337A5-2E3A-966D-0CE8-271D38B5E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8EDAE7-262A-BAA5-3D8D-CF59EBE6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139D1-BF87-CC0B-A5AB-E5656DC3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52FE2-068D-FAA1-8C66-6ABADDD4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74165-791F-377D-1834-BC8D9E74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8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522DB-18E3-E6B9-855C-2A0D120C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94658-446B-5A71-057E-B5C1232F6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5C4BE-3F50-1A49-52E4-247FDEA4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4DCFF-AF18-AADB-4485-5D367423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21FB7D-4B29-C979-C584-950E565C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6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95EF5-7886-552B-FA60-E29159F4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4EB89-A8BA-3632-7918-58B233210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50BE03-2338-2749-4CB9-9711F4BA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A07FF-EDD5-158D-B1F0-87C8F7F7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35AAE-A784-D7BD-9719-94D45D84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90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F913F-DA89-E494-802F-F7EC4443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6B478-4CDE-951B-DB1A-3E9428904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BEB1CB-9124-AD3C-28BA-524DBB9AA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C3277-3181-9524-4D28-7C142A22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EE1F0B-9333-1085-9897-7F45B19E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72FE50-4CAE-58D3-0709-226D14E8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0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CAA12-D555-8616-A845-1EB6CD87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3AC96D-622B-EDD4-12AA-4A7A08999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6BF579-2C5E-985C-D832-BF1350816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D61395-4DC3-9D05-3467-05A104A16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D39A66-3624-059F-DB79-51042B985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510102-C0E0-27ED-18CC-995716FD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668CEF-B55E-79BA-ABAA-56936AAD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D50C0F-0D79-7D1A-068A-2D119B79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14E78-363D-0791-FF37-F41E0842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4B51FF-7388-2ED1-80C9-008D5FEF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0BF57F-E97C-95D2-9DCE-ED7379C1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862B5B-FF7B-0E1A-40B2-026FE6AA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2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B88B94-6C1B-0A50-5072-BB869CB3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A41655-77BC-1C08-DB49-EB86951B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C85BA-77AF-654F-B61C-ADFD91C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75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99468-FA8D-81CF-57D0-A6046346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289F5-1A75-A426-060C-77D4EF2B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54CBEB-11D2-157D-03B5-8E5DF6EB2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C7470D-107F-B25B-15FF-3BFA9A5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EAE38C-EECA-A4BA-8C4D-D7763E13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84724-0CFE-1959-D366-52656946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6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333B5-76C1-137D-1697-1FCC4B996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D3AA7B-5F4E-0D69-AFF4-580C44ADC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F3CB07-B542-359B-F2CE-86BA0703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421734-F436-B0B1-94D3-FFA17DF7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C29A14-2C6B-B6E6-387C-7EAA8C5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409C0-6472-49F3-611F-F922AEE3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86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D0C96-2D9B-2BE3-5455-50CE275D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E33683-5043-2947-B598-EE9FF0A6D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1D063-2CE9-252A-8CAA-7AD4DF58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B1CA1-983F-3497-7710-8B474A99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90FF0-5067-E8AB-A52F-D3ADD5CE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51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A49DD7-117C-31F0-19D8-5FA402A76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2AD31C-38B2-4B3D-3141-7F61AEAE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60C40D-4A34-E3C9-A2A6-2A8D842B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0E75A-DD54-41DC-8BF4-16D65D42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27042-A283-B93E-AC75-F9B17106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76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8DEB93-453A-6D89-2A37-6FC7ECC3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E881D4-1D6D-F746-1673-C89615426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2B950-D72A-0A5C-C0B1-62E00CD6D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1B662-7041-47BC-8FB0-22DE2B3507AE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8ABE7-17A1-1FEE-992E-3BB7660F2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E5141-F9FD-DC95-EFFE-5699C522B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6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7A7B9-ADD5-CE03-BABE-C1986E8EB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06" y="2483222"/>
            <a:ext cx="9144000" cy="1143281"/>
          </a:xfrm>
        </p:spPr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FreeCAE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开发进度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E8534D-6F00-778B-657E-87B740BD2AAE}"/>
              </a:ext>
            </a:extLst>
          </p:cNvPr>
          <p:cNvSpPr txBox="1"/>
          <p:nvPr/>
        </p:nvSpPr>
        <p:spPr>
          <a:xfrm>
            <a:off x="3092823" y="5821652"/>
            <a:ext cx="26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Email: Kinvy66@163.com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C98A58-210B-0FB0-ABAB-959883AEA0BE}"/>
              </a:ext>
            </a:extLst>
          </p:cNvPr>
          <p:cNvSpPr txBox="1"/>
          <p:nvPr/>
        </p:nvSpPr>
        <p:spPr>
          <a:xfrm>
            <a:off x="3092823" y="5326814"/>
            <a:ext cx="549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/>
              <a:t>Code:  https://github.com/Kinvy66/freecaeworkbench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940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Week1——2025.10.27-11.02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959224" y="1809760"/>
            <a:ext cx="5416868" cy="1677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搭建环境，包括第三方库编译，</a:t>
            </a:r>
            <a:r>
              <a:rPr lang="en-US" altLang="zh-CN" dirty="0" err="1"/>
              <a:t>Cmake</a:t>
            </a:r>
            <a:r>
              <a:rPr lang="zh-CN" altLang="en-US" dirty="0"/>
              <a:t>工程配置</a:t>
            </a:r>
            <a:r>
              <a:rPr lang="en-US" altLang="zh-CN" dirty="0"/>
              <a:t>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完成</a:t>
            </a:r>
            <a:r>
              <a:rPr lang="en-US" altLang="zh-CN" dirty="0"/>
              <a:t>UI</a:t>
            </a:r>
            <a:r>
              <a:rPr lang="zh-CN" altLang="en-US" dirty="0"/>
              <a:t>布局，</a:t>
            </a:r>
            <a:r>
              <a:rPr lang="en-US" altLang="zh-CN" dirty="0"/>
              <a:t>Ribbon</a:t>
            </a:r>
            <a:r>
              <a:rPr lang="zh-CN" altLang="en-US" dirty="0"/>
              <a:t>区域</a:t>
            </a:r>
            <a:r>
              <a:rPr lang="en-US" altLang="zh-CN" dirty="0"/>
              <a:t>Action</a:t>
            </a:r>
            <a:r>
              <a:rPr lang="zh-CN" altLang="en-US" dirty="0"/>
              <a:t>的添加；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Docking </a:t>
            </a:r>
            <a:r>
              <a:rPr lang="zh-CN" altLang="en-US" dirty="0"/>
              <a:t>区域的布局。</a:t>
            </a:r>
          </a:p>
        </p:txBody>
      </p:sp>
    </p:spTree>
    <p:extLst>
      <p:ext uri="{BB962C8B-B14F-4D97-AF65-F5344CB8AC3E}">
        <p14:creationId xmlns:p14="http://schemas.microsoft.com/office/powerpoint/2010/main" val="2504145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Week2——2025.11.03-11.09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860613" y="1406349"/>
            <a:ext cx="4344459" cy="2231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学习</a:t>
            </a:r>
            <a:r>
              <a:rPr lang="en-US" altLang="zh-CN" dirty="0"/>
              <a:t>VTK</a:t>
            </a:r>
            <a:r>
              <a:rPr lang="zh-CN" altLang="en-US" dirty="0"/>
              <a:t>和</a:t>
            </a:r>
            <a:r>
              <a:rPr lang="en-US" altLang="zh-CN" dirty="0"/>
              <a:t>OCCT;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完成界面图标添加；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VTK </a:t>
            </a:r>
            <a:r>
              <a:rPr lang="zh-CN" altLang="en-US" dirty="0"/>
              <a:t>和</a:t>
            </a:r>
            <a:r>
              <a:rPr lang="en-US" altLang="zh-CN" dirty="0"/>
              <a:t>OCCT </a:t>
            </a:r>
            <a:r>
              <a:rPr lang="zh-CN" altLang="en-US" dirty="0"/>
              <a:t>第三方库的</a:t>
            </a:r>
            <a:r>
              <a:rPr lang="en-US" altLang="zh-CN" dirty="0" err="1"/>
              <a:t>cmake</a:t>
            </a:r>
            <a:r>
              <a:rPr lang="zh-CN" altLang="en-US" dirty="0"/>
              <a:t>调试；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Docking </a:t>
            </a:r>
            <a:r>
              <a:rPr lang="zh-CN" altLang="en-US" dirty="0"/>
              <a:t>区域的布局。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D8D6B7-6E98-7DA4-88A1-E58CE889C6A3}"/>
              </a:ext>
            </a:extLst>
          </p:cNvPr>
          <p:cNvSpPr txBox="1"/>
          <p:nvPr/>
        </p:nvSpPr>
        <p:spPr>
          <a:xfrm>
            <a:off x="7924800" y="13292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参考学习资料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0266A-626D-4FEC-129A-A49815607C45}"/>
              </a:ext>
            </a:extLst>
          </p:cNvPr>
          <p:cNvSpPr txBox="1"/>
          <p:nvPr/>
        </p:nvSpPr>
        <p:spPr>
          <a:xfrm>
            <a:off x="7315200" y="2146827"/>
            <a:ext cx="352312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DAWorkBench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FastCAE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/>
              <a:t> </a:t>
            </a:r>
            <a:r>
              <a:rPr lang="en-US" altLang="zh-CN" dirty="0" err="1"/>
              <a:t>OpenLaser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535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Week3——2025.11.10-11.16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860613" y="1899408"/>
            <a:ext cx="3433953" cy="569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添加树形工程结构</a:t>
            </a:r>
            <a:r>
              <a:rPr lang="en-US" altLang="zh-CN" dirty="0"/>
              <a:t>(</a:t>
            </a:r>
            <a:r>
              <a:rPr lang="zh-CN" altLang="en-US" dirty="0"/>
              <a:t>未完成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DA3944-C6D0-B472-951A-B09A7130D235}"/>
              </a:ext>
            </a:extLst>
          </p:cNvPr>
          <p:cNvSpPr txBox="1"/>
          <p:nvPr/>
        </p:nvSpPr>
        <p:spPr>
          <a:xfrm>
            <a:off x="3191434" y="5952564"/>
            <a:ext cx="6493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Shit It Until You Make It 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27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Week4——2025.11.17-11.23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1075765" y="2141455"/>
            <a:ext cx="3792069" cy="1123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树形菜单完成；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参数驱动的模型构建（</a:t>
            </a:r>
            <a:r>
              <a:rPr lang="en-US" altLang="zh-CN" dirty="0"/>
              <a:t>90%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4564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Week5——2025.11.24-11.30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1075765" y="2141455"/>
            <a:ext cx="3792069" cy="1123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参数驱动的模型构建；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 err="1"/>
              <a:t>vtk</a:t>
            </a:r>
            <a:r>
              <a:rPr lang="zh-CN" altLang="en-US" dirty="0"/>
              <a:t>渲染窗口封装。</a:t>
            </a:r>
          </a:p>
        </p:txBody>
      </p:sp>
    </p:spTree>
    <p:extLst>
      <p:ext uri="{BB962C8B-B14F-4D97-AF65-F5344CB8AC3E}">
        <p14:creationId xmlns:p14="http://schemas.microsoft.com/office/powerpoint/2010/main" val="394438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Week6——2025.12.01-12.07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1075765" y="2141455"/>
            <a:ext cx="3792069" cy="569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基本几何体模型创建，修改。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2453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4839</TotalTime>
  <Words>144</Words>
  <Application>Microsoft Office PowerPoint</Application>
  <PresentationFormat>宽屏</PresentationFormat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FreeCAE 开发进度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Kinvy</dc:creator>
  <cp:lastModifiedBy>Kinvy</cp:lastModifiedBy>
  <cp:revision>55</cp:revision>
  <dcterms:created xsi:type="dcterms:W3CDTF">2025-11-03T20:37:35Z</dcterms:created>
  <dcterms:modified xsi:type="dcterms:W3CDTF">2025-12-08T13:37:57Z</dcterms:modified>
</cp:coreProperties>
</file>